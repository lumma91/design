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3657600" cy="3657600"/>
          </a:xfrm>
          <a:prstGeom prst="ellipse">
            <a:avLst/>
          </a:prstGeom>
          <a:solidFill>
            <a:srgbClr val="CCFF00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1828800"/>
            <a:ext cx="3657600" cy="3657600"/>
          </a:xfrm>
          <a:prstGeom prst="ellipse">
            <a:avLst/>
          </a:prstGeom>
          <a:solidFill>
            <a:srgbClr val="E6007E">
              <a:alpha val="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794760" y="1097280"/>
            <a:ext cx="640080" cy="640080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5" name="Shape 3"/>
          <p:cNvSpPr/>
          <p:nvPr/>
        </p:nvSpPr>
        <p:spPr>
          <a:xfrm>
            <a:off x="4251960" y="1097280"/>
            <a:ext cx="640080" cy="64008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6" name="Shape 4"/>
          <p:cNvSpPr/>
          <p:nvPr/>
        </p:nvSpPr>
        <p:spPr>
          <a:xfrm>
            <a:off x="4133088" y="1234440"/>
            <a:ext cx="201168" cy="201168"/>
          </a:xfrm>
          <a:prstGeom prst="ellipse">
            <a:avLst/>
          </a:prstGeom>
          <a:solidFill>
            <a:srgbClr val="08080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920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840480" y="2697480"/>
            <a:ext cx="14630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880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Para: [Nombre del Cliente]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2026  | 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LUMMA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91440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un estudio creativo en Miami especializado en branding, contenido y producción audiovisual para el mercado hispano. Iluminamos lo que hace única a cada marca y lo hacemos visible para las personas correctas.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468880" cy="16459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43200"/>
            <a:ext cx="246888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visual, narrativa de marca y sistemas que comunican con claridad.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468880" cy="16459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743200"/>
            <a:ext cx="2468880" cy="36576"/>
          </a:xfrm>
          <a:prstGeom prst="rect">
            <a:avLst/>
          </a:prstGeom>
          <a:solidFill>
            <a:srgbClr val="FF7EB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566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Estrategia, creación y gestión de contenido para Meta y más.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2743200"/>
            <a:ext cx="2468880" cy="16459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2743200"/>
            <a:ext cx="246888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Films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3566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audiovisual con estándar cinematográfico para el mundo digital.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your brand.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VEMOS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91440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conocer [nombre del negocio], estos son los puntos clave que identificamos: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863840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3317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[Describir brevemente la situación actual del prospecto basada en la discovery call. Qué tienen, qué les falta, cómo están hoy.]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7863840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063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principal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38328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[Cuál es el problema más importante que identificaste. Qué les está costando no tenerlo resuelto.]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4348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[Qué podrían lograr si resuelven esto. El resultado ideal que ellos mismos describieron en la discovery.]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Personaliza este slide con la información real de la discovery call.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PROPUESTA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91440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Basándonos en lo que conversamos, esta es la solución que diseñamos para [nombre del negocio]: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863840" cy="237744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54864" cy="237744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[SERVICIO RECOMENDADO]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 del paquete — ej. Social Media Blaze]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8803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[Ej: 26 piezas de contenido mensuales]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1363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3136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[Ej: 1 content day completo por mes]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39242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39242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[Ej: Estrategia + calendario editorial]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64845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364845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[Ej: Publicación y gestión en Meta]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9044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390448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[Ej: Community management]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379476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¿Necesitas branding también? Pregunta por Branding Spark.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91440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554480"/>
            <a:ext cx="5486400" cy="22860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554480"/>
            <a:ext cx="5486400" cy="4572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 del paquete]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2148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$X,XXX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0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Incluye: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[Resumen de 1 línea de los entregables principales del paquete]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mínimo: </a:t>
            </a:r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4114800"/>
            <a:ext cx="5486400" cy="640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4114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disponible: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[Tier alternativo] desde $X,XXX/mes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TRABAJAMOS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91440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920240" cy="2926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691640"/>
            <a:ext cx="594360" cy="594360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reunimos para alinear objetivos, conocer tu marca a fondo y definir la estrategia.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" y="3931920"/>
            <a:ext cx="1280160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25603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0" y="1463040"/>
            <a:ext cx="1920240" cy="2926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691640"/>
            <a:ext cx="594360" cy="5943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Creamos el calendario editorial, definimos pilares de contenido y preparamos el content day.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63240" y="3931920"/>
            <a:ext cx="1280160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 1-2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5603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1920240" cy="2926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0" y="1691640"/>
            <a:ext cx="594360" cy="5943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day: grabamos y fotografiamos todo el material del mes en una sesión.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66360" y="3931920"/>
            <a:ext cx="1280160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25603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49440" y="1463040"/>
            <a:ext cx="1920240" cy="2926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1691640"/>
            <a:ext cx="594360" cy="5943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Editamos, publicamos, gestionamos la comunidad y reportamos resultados.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69480" y="3931920"/>
            <a:ext cx="1280160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 3-4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TRABAJO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91440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84048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1]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84048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66344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2]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926080"/>
            <a:ext cx="384048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63440" y="29260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2 - detalle]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 capturas de tus 1-2 proyectos anteriores. Before/after, resultados, o piezas de contenido.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4572000" cy="4572000"/>
          </a:xfrm>
          <a:prstGeom prst="ellipse">
            <a:avLst/>
          </a:prstGeom>
          <a:solidFill>
            <a:srgbClr val="CCFF00">
              <a:alpha val="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914400"/>
            <a:ext cx="3657600" cy="3657600"/>
          </a:xfrm>
          <a:prstGeom prst="ellipse">
            <a:avLst/>
          </a:prstGeom>
          <a:solidFill>
            <a:srgbClr val="E6007E">
              <a:alpha val="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¿Listos para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1600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iluminar su marca?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4572000" cy="16459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0" y="2715768"/>
            <a:ext cx="292608" cy="292608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2715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Confirmamos el paquete y firmamos acuerdo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3172968"/>
            <a:ext cx="292608" cy="292608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3172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Anticipo del 50% para arrancar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3630168"/>
            <a:ext cx="292608" cy="292608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630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Agendamos kickoff en la primera semana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Sonia — Founder &amp; Creative Director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4434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hello@lummacreative.com  ·  @lummastudio_  ·  www.lummacreative.com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4617720"/>
            <a:ext cx="274320" cy="274320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4617720"/>
            <a:ext cx="274320" cy="27432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20" name="Shape 18"/>
          <p:cNvSpPr/>
          <p:nvPr/>
        </p:nvSpPr>
        <p:spPr>
          <a:xfrm>
            <a:off x="4325112" y="4681728"/>
            <a:ext cx="91440" cy="91440"/>
          </a:xfrm>
          <a:prstGeom prst="ellipse">
            <a:avLst/>
          </a:prstGeom>
          <a:solidFill>
            <a:srgbClr val="08080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Comercial — Lumma</dc:title>
  <dc:subject>PptxGenJS Presentation</dc:subject>
  <dc:creator>Lumma Studio</dc:creator>
  <cp:lastModifiedBy>Lumma Studio</cp:lastModifiedBy>
  <cp:revision>1</cp:revision>
  <dcterms:created xsi:type="dcterms:W3CDTF">2026-04-13T16:30:26Z</dcterms:created>
  <dcterms:modified xsi:type="dcterms:W3CDTF">2026-04-13T16:30:26Z</dcterms:modified>
</cp:coreProperties>
</file>