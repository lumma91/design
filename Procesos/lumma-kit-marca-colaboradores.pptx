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097280"/>
            <a:ext cx="1005840" cy="100584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1097280"/>
            <a:ext cx="1005840" cy="100584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371600"/>
            <a:ext cx="411480" cy="411480"/>
          </a:xfrm>
          <a:prstGeom prst="ellipse">
            <a:avLst/>
          </a:prstGeom>
          <a:solidFill>
            <a:srgbClr val="08080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MARCA PARA COLABORADORES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interno · Confidencial · V1.0 · Abril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propósito</a:t>
            </a:r>
            <a:endParaRPr lang="en-US" sz="10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Iluminar marcas a través de contenido que conecta.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es una agencia creativa en Miami-Dade enfocada en contenido, producción audiovisual y branding para el mercado hispano. No creamos contenido por llenar feeds — creamos piezas con intención, con estrategia y con estética.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2024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Hacemos que lo valioso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marca se vea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3383280"/>
            <a:ext cx="1920240" cy="10972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responde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 objetivo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1920240" cy="10972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con autoría,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entregables genéricos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3383280"/>
            <a:ext cx="1920240" cy="109728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429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749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que genera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relación, no solo alcance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y servicios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your brand.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Directo, memorable y coherente con la raíz del nombre. Funciona como invitación (enciende tu marca) y como promesa (nosotros la iluminamos).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60320"/>
            <a:ext cx="54864" cy="68580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Audiovisual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9077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Video, motion graphics, fotografía y contenido visual con estándar cinematográfico.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383280"/>
            <a:ext cx="54864" cy="685800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832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E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7307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Estrategia, creación y gestión de contenido para redes sociales. Desde el concepto hasta la publicación.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06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4279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+ Contenido Estratégico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5537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narrativas de marca, identidad visual y sistemas de contenido.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Tono de voz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Sorprendemos con ángulos inesperados. No repetimos fórmulas.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tiene un porqué. Hablamos con datos, contexto y visión.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Cercana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371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directos, humanos y accesibles. Sin jerga innecesaria.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no suena como una agencia que grita. Suena como un socio creativo que entiende tu marca, la cuida y entrega con criterio.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DECIMOS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"Vamos a encontrar el ángulo que haga brillar esto."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contenido tiene que trabajar para tu marca, no solo verse bien."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"Cada pieza cuenta una historia. Vamos a contar la tuya."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"Somos los mejores del mercado."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"Hacemos contenido viral."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"Resultados garantizados."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 — Paleta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solidFill>
            <a:srgbClr val="08080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#080808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fondo, lienzo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2651760" cy="82296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03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Fosforescente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#CCFF00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4688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Energía, acento primario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51760" cy="8229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031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 Mexicano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#E6007E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Pasión, acento secundario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1280160" cy="502920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 Pastel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#FF7EB3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 suave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74520" y="3154680"/>
            <a:ext cx="128016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Crema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87452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#F5F0E8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87452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claros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291840" y="3154680"/>
            <a:ext cx="1280160" cy="502920"/>
          </a:xfrm>
          <a:prstGeom prst="rect">
            <a:avLst/>
          </a:prstGeom>
          <a:solidFill>
            <a:srgbClr val="1C1A1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91840" y="3154680"/>
            <a:ext cx="1280160" cy="502920"/>
          </a:xfrm>
          <a:prstGeom prst="rect">
            <a:avLst/>
          </a:prstGeom>
          <a:solidFill>
            <a:srgbClr val="000000">
              <a:alpha val="0"/>
            </a:srgb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9184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#1C1A18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9184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Fondos cálidos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709160" y="315468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916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0916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Titulares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126480" y="3154680"/>
            <a:ext cx="1280160" cy="502920"/>
          </a:xfrm>
          <a:prstGeom prst="rect">
            <a:avLst/>
          </a:prstGeom>
          <a:solidFill>
            <a:srgbClr val="D4D0CA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Claro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#D4D0CA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2648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Párrafos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543800" y="3154680"/>
            <a:ext cx="1280160" cy="50292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43" name="Text 41"/>
          <p:cNvSpPr/>
          <p:nvPr/>
        </p:nvSpPr>
        <p:spPr>
          <a:xfrm>
            <a:off x="7543800" y="37033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43800" y="38587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#777777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543800" y="40050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secundario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clave: Negro ocupa mín. 60% de cualquier composición. Verde y rosa nunca compiten — uno destaca, el otro acompaña.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 — Tipografía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+ BODY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Jakarta Sans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Sans-serif geométrica, limpia y versátil. Se usa en todo el sistema: titulares, cuerpo, navegación, CTAs, documentos.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ExtraBold (800)  ·  Bold (700)  ·  Medium (500)  ·  Regular (400)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Serif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Serif con carácter expresivo. Se usa exclusivamente en itálica para crear contraste emocional dentro de titulares.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Italic (400i) — único peso necesario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54864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CLAVE: Insertar 1-2 palabras en Instrument Serif Italic dentro de frases en Plus Jakarta Sans Bold. Máximo 2 palabras en serif por frase.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Creamos contenido que </a:t>
            </a:r>
            <a:pPr indent="0" marL="0">
              <a:buNone/>
            </a:pPr>
            <a:r>
              <a:rPr lang="en-US" sz="20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realmente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vende.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Logotipo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3108960" y="1417320"/>
            <a:ext cx="822960" cy="82296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8" name="Shape 6"/>
          <p:cNvSpPr/>
          <p:nvPr/>
        </p:nvSpPr>
        <p:spPr>
          <a:xfrm>
            <a:off x="3611880" y="1417320"/>
            <a:ext cx="822960" cy="8229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600200"/>
            <a:ext cx="365760" cy="365760"/>
          </a:xfrm>
          <a:prstGeom prst="ellipse">
            <a:avLst/>
          </a:prstGeom>
          <a:solidFill>
            <a:srgbClr val="08080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"Dual Light" — Dos círculos superpuestos (verde y rosa) representan las dos fuentes de luz. La intersección oscura simboliza donde la estrategia y la creatividad se encuentran.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ESENCIALES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escalar proporcionalmente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siempre a la izquierda, rosa a la derecha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invertir los colores de los círculos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estirar, rotar ni distorsionar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añadir sombras, bordes ni efectos 3D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</a:t>
            </a:r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reducir el isotipo por debajo de 20px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trabajamos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54864" cy="105156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33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sobre cantidad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tiene autoría y criterio. No producimos por volumen — producimos con intención.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94560"/>
            <a:ext cx="54864" cy="105156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67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primero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diseñar o filmar, entendemos el porqué. Cada decisión creativa tiene un fundamento detrás.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29000"/>
            <a:ext cx="54864" cy="105156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02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clara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para el día a día. Asana para tareas. Drive para archivos. Todo documentado, nada de palabra.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960120"/>
            <a:ext cx="54864" cy="1051560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033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son sagrados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te comprometes a una fecha, cumples. Si hay un bloqueo, avisas de inmediato — no al deadline.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194560"/>
            <a:ext cx="54864" cy="1051560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267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específico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algo necesita ajuste, decimos qué y por qué. Nunca feedback vago. Nunca asumir.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429000"/>
            <a:ext cx="4114800" cy="10515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429000"/>
            <a:ext cx="54864" cy="1051560"/>
          </a:xfrm>
          <a:prstGeom prst="rect">
            <a:avLst/>
          </a:prstGeom>
          <a:solidFill>
            <a:srgbClr val="FF7EB3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5021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no ve tu trabajo sin QA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pasa por revisión interna antes de llegar al cliente. Tu entrega es a Lumma, no directo al cliente.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 herramientas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07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interna en tiempo real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Preguntas, feedback, coordinación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tareas y deadlines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ves tu trabajo y marcas entregas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85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de archivos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bruto, entregables, assets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33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3075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piezas gráficas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554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Posts, stories, carruseles, templates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14884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21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E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496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de video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Reels, TikToks, contenido de video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114800" cy="10058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410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685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estratégico y creativo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ideas, estrategia por cliente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LUMMA  ·  KIT DE MARCA  ·  CONFIDENCIAL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esperamos de ti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cuides la calidad como si fuera tu propia marca.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8229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898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cumplas los deadlines acordados — sin excepción.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822960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65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preguntes antes de asumir. Mejor una pregunta a tiempo que un retrabajo.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8229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4086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avises inmediatamente si hay un bloqueo. No esperes al último día.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822960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163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entregues tu trabajo en las carpetas correctas de Drive y lo marques en Asana.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uses Slack para comunicarte — no WhatsApp, no email.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8229600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6732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mantengas confidencialidad absoluta sobre la información de los clientes.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242816"/>
            <a:ext cx="8229600" cy="3840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4281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pPr indent="0" marL="0">
              <a:buNone/>
            </a:pPr>
            <a:r>
              <a:rPr lang="en-US" sz="1000" dirty="0">
                <a:solidFill>
                  <a:srgbClr val="D4D0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traigas ideas y punto de vista. No buscamos ejecutores — buscamos socios creativos.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822960" cy="822960"/>
          </a:xfrm>
          <a:prstGeom prst="ellipse">
            <a:avLst/>
          </a:prstGeom>
          <a:solidFill>
            <a:srgbClr val="CCFF00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1371600"/>
            <a:ext cx="822960" cy="82296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1554480"/>
            <a:ext cx="347472" cy="347472"/>
          </a:xfrm>
          <a:prstGeom prst="ellipse">
            <a:avLst/>
          </a:prstGeom>
          <a:solidFill>
            <a:srgbClr val="08080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4688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Bienvenido/a al equipo.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</a:t>
            </a:r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¿Dudas? Escríbenos por Slack.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www.lummacreative.com  ·  @lummastudio_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Marca Lumma — Colaboradores</dc:title>
  <dc:subject>PptxGenJS Presentation</dc:subject>
  <dc:creator>Lumma</dc:creator>
  <cp:lastModifiedBy>Lumma</cp:lastModifiedBy>
  <cp:revision>1</cp:revision>
  <dcterms:created xsi:type="dcterms:W3CDTF">2026-04-16T23:03:21Z</dcterms:created>
  <dcterms:modified xsi:type="dcterms:W3CDTF">2026-04-16T23:03:21Z</dcterms:modified>
</cp:coreProperties>
</file>